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61" autoAdjust="0"/>
    <p:restoredTop sz="94660"/>
  </p:normalViewPr>
  <p:slideViewPr>
    <p:cSldViewPr snapToGrid="0">
      <p:cViewPr varScale="1">
        <p:scale>
          <a:sx n="51" d="100"/>
          <a:sy n="51" d="100"/>
        </p:scale>
        <p:origin x="75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ya Ramasali" userId="052a5ec8e4aef9e8" providerId="LiveId" clId="{4AD7855E-2B1B-4E20-81C8-B4420EC55B38}"/>
    <pc:docChg chg="undo custSel addSld delSld">
      <pc:chgData name="Kavya Ramasali" userId="052a5ec8e4aef9e8" providerId="LiveId" clId="{4AD7855E-2B1B-4E20-81C8-B4420EC55B38}" dt="2025-11-12T12:16:00.513" v="21" actId="47"/>
      <pc:docMkLst>
        <pc:docMk/>
      </pc:docMkLst>
      <pc:sldChg chg="del">
        <pc:chgData name="Kavya Ramasali" userId="052a5ec8e4aef9e8" providerId="LiveId" clId="{4AD7855E-2B1B-4E20-81C8-B4420EC55B38}" dt="2025-11-12T12:15:54.386" v="12" actId="47"/>
        <pc:sldMkLst>
          <pc:docMk/>
          <pc:sldMk cId="3996070584" sldId="256"/>
        </pc:sldMkLst>
      </pc:sldChg>
      <pc:sldChg chg="del">
        <pc:chgData name="Kavya Ramasali" userId="052a5ec8e4aef9e8" providerId="LiveId" clId="{4AD7855E-2B1B-4E20-81C8-B4420EC55B38}" dt="2025-11-12T12:15:55.294" v="13" actId="47"/>
        <pc:sldMkLst>
          <pc:docMk/>
          <pc:sldMk cId="2291191983" sldId="257"/>
        </pc:sldMkLst>
      </pc:sldChg>
      <pc:sldChg chg="del">
        <pc:chgData name="Kavya Ramasali" userId="052a5ec8e4aef9e8" providerId="LiveId" clId="{4AD7855E-2B1B-4E20-81C8-B4420EC55B38}" dt="2025-11-12T12:15:56.099" v="14" actId="47"/>
        <pc:sldMkLst>
          <pc:docMk/>
          <pc:sldMk cId="1789270795" sldId="258"/>
        </pc:sldMkLst>
      </pc:sldChg>
      <pc:sldChg chg="add del">
        <pc:chgData name="Kavya Ramasali" userId="052a5ec8e4aef9e8" providerId="LiveId" clId="{4AD7855E-2B1B-4E20-81C8-B4420EC55B38}" dt="2025-11-12T12:15:56.519" v="15" actId="47"/>
        <pc:sldMkLst>
          <pc:docMk/>
          <pc:sldMk cId="671081242" sldId="259"/>
        </pc:sldMkLst>
      </pc:sldChg>
      <pc:sldChg chg="add del">
        <pc:chgData name="Kavya Ramasali" userId="052a5ec8e4aef9e8" providerId="LiveId" clId="{4AD7855E-2B1B-4E20-81C8-B4420EC55B38}" dt="2025-11-12T12:15:58.313" v="16" actId="47"/>
        <pc:sldMkLst>
          <pc:docMk/>
          <pc:sldMk cId="1027879887" sldId="260"/>
        </pc:sldMkLst>
      </pc:sldChg>
      <pc:sldChg chg="del">
        <pc:chgData name="Kavya Ramasali" userId="052a5ec8e4aef9e8" providerId="LiveId" clId="{4AD7855E-2B1B-4E20-81C8-B4420EC55B38}" dt="2025-11-12T12:15:59.909" v="20" actId="47"/>
        <pc:sldMkLst>
          <pc:docMk/>
          <pc:sldMk cId="3946116820" sldId="262"/>
        </pc:sldMkLst>
      </pc:sldChg>
      <pc:sldChg chg="add del">
        <pc:chgData name="Kavya Ramasali" userId="052a5ec8e4aef9e8" providerId="LiveId" clId="{4AD7855E-2B1B-4E20-81C8-B4420EC55B38}" dt="2025-11-12T12:15:59.737" v="19" actId="47"/>
        <pc:sldMkLst>
          <pc:docMk/>
          <pc:sldMk cId="1946358343" sldId="263"/>
        </pc:sldMkLst>
      </pc:sldChg>
      <pc:sldChg chg="add del">
        <pc:chgData name="Kavya Ramasali" userId="052a5ec8e4aef9e8" providerId="LiveId" clId="{4AD7855E-2B1B-4E20-81C8-B4420EC55B38}" dt="2025-11-12T12:15:50.557" v="10" actId="47"/>
        <pc:sldMkLst>
          <pc:docMk/>
          <pc:sldMk cId="1920797492" sldId="264"/>
        </pc:sldMkLst>
      </pc:sldChg>
      <pc:sldChg chg="del">
        <pc:chgData name="Kavya Ramasali" userId="052a5ec8e4aef9e8" providerId="LiveId" clId="{4AD7855E-2B1B-4E20-81C8-B4420EC55B38}" dt="2025-11-12T12:16:00.513" v="21" actId="47"/>
        <pc:sldMkLst>
          <pc:docMk/>
          <pc:sldMk cId="134736554" sldId="265"/>
        </pc:sldMkLst>
      </pc:sldChg>
      <pc:sldChg chg="add del">
        <pc:chgData name="Kavya Ramasali" userId="052a5ec8e4aef9e8" providerId="LiveId" clId="{4AD7855E-2B1B-4E20-81C8-B4420EC55B38}" dt="2025-11-12T12:15:58.975" v="17" actId="47"/>
        <pc:sldMkLst>
          <pc:docMk/>
          <pc:sldMk cId="3494239970" sldId="266"/>
        </pc:sldMkLst>
      </pc:sldChg>
      <pc:sldChg chg="add del">
        <pc:chgData name="Kavya Ramasali" userId="052a5ec8e4aef9e8" providerId="LiveId" clId="{4AD7855E-2B1B-4E20-81C8-B4420EC55B38}" dt="2025-11-12T12:15:59.517" v="18" actId="47"/>
        <pc:sldMkLst>
          <pc:docMk/>
          <pc:sldMk cId="2416234393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5043-EB45-41C4-AB0E-A3DB4A118D2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E934-07BD-44E9-BD61-53A42E81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975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5043-EB45-41C4-AB0E-A3DB4A118D2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E934-07BD-44E9-BD61-53A42E81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63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5043-EB45-41C4-AB0E-A3DB4A118D2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E934-07BD-44E9-BD61-53A42E81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36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5043-EB45-41C4-AB0E-A3DB4A118D2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E934-07BD-44E9-BD61-53A42E81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9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5043-EB45-41C4-AB0E-A3DB4A118D2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E934-07BD-44E9-BD61-53A42E81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71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5043-EB45-41C4-AB0E-A3DB4A118D2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E934-07BD-44E9-BD61-53A42E81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00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5043-EB45-41C4-AB0E-A3DB4A118D2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E934-07BD-44E9-BD61-53A42E81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72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5043-EB45-41C4-AB0E-A3DB4A118D2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E934-07BD-44E9-BD61-53A42E81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74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5043-EB45-41C4-AB0E-A3DB4A118D2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E934-07BD-44E9-BD61-53A42E81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08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5043-EB45-41C4-AB0E-A3DB4A118D2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E934-07BD-44E9-BD61-53A42E81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51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5043-EB45-41C4-AB0E-A3DB4A118D2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E934-07BD-44E9-BD61-53A42E81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90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55043-EB45-41C4-AB0E-A3DB4A118D2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6E934-07BD-44E9-BD61-53A42E81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116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97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BLOCK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KALPANA</dc:creator>
  <cp:lastModifiedBy>Kavya Ramasali</cp:lastModifiedBy>
  <cp:revision>15</cp:revision>
  <dcterms:created xsi:type="dcterms:W3CDTF">2025-11-07T10:05:47Z</dcterms:created>
  <dcterms:modified xsi:type="dcterms:W3CDTF">2025-11-12T12:16:05Z</dcterms:modified>
</cp:coreProperties>
</file>